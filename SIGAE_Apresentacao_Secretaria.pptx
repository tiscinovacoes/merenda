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SIGAE - Sistema de Gestão da Alimentação Escolar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Projeto de Digitalização e Modernização da Logística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Digitalizar e integrar toda a cadeia de alimentação escolar:</a:t>
            </a:r>
          </a:p>
          <a:p>
            <a:r>
              <a:t>- Estoque</a:t>
            </a:r>
          </a:p>
          <a:p>
            <a:r>
              <a:t>- Separação</a:t>
            </a:r>
          </a:p>
          <a:p>
            <a:r>
              <a:t>- Transporte</a:t>
            </a:r>
          </a:p>
          <a:p>
            <a:r>
              <a:t>- Entrega</a:t>
            </a:r>
          </a:p>
          <a:p>
            <a:r>
              <a:t>- Controle e relatórios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Problemas atuais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Processos manuais e em papel</a:t>
            </a:r>
          </a:p>
          <a:p>
            <a:r>
              <a:t>- Falta de rastreabilidade</a:t>
            </a:r>
          </a:p>
          <a:p>
            <a:r>
              <a:t>- Retrabalho e erros de entrega</a:t>
            </a:r>
          </a:p>
          <a:p>
            <a:r>
              <a:t>- Baixa visibilidade da gestão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Solução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Implantação de um sistema digital integrado (SIGAE) com:</a:t>
            </a:r>
          </a:p>
          <a:p>
            <a:r>
              <a:t>- Aplicativo móvel</a:t>
            </a:r>
          </a:p>
          <a:p>
            <a:r>
              <a:t>- Painel de gestão</a:t>
            </a:r>
          </a:p>
          <a:p>
            <a:r>
              <a:t>- Controle de estoque em tempo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Planejamento de pedidos</a:t>
            </a:r>
          </a:p>
          <a:p>
            <a:r>
              <a:t>2. Separação no almoxarifado</a:t>
            </a:r>
          </a:p>
          <a:p>
            <a:r>
              <a:t>3. Carregamento</a:t>
            </a:r>
          </a:p>
          <a:p>
            <a:r>
              <a:t>4. Entrega pelo motorista</a:t>
            </a:r>
          </a:p>
          <a:p>
            <a:r>
              <a:t>5. Confirmação da escola</a:t>
            </a:r>
          </a:p>
          <a:p>
            <a:r>
              <a:t>6. Relatórios automáticos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Módulo de Estoque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Controle de entradas e saídas</a:t>
            </a:r>
          </a:p>
          <a:p>
            <a:r>
              <a:t>- Validade e lote</a:t>
            </a:r>
          </a:p>
          <a:p>
            <a:r>
              <a:t>- Alertas de estoque mínimo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Módulo de Entregas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Roteiro diário</a:t>
            </a:r>
          </a:p>
          <a:p>
            <a:r>
              <a:t>- Confirmação via celular</a:t>
            </a:r>
          </a:p>
          <a:p>
            <a:r>
              <a:t>- Fotos e assinatura digital</a:t>
            </a:r>
          </a:p>
          <a:p>
            <a:r>
              <a:t>- Registro de ocorrências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Portal da Escola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Confirmação de recebimento</a:t>
            </a:r>
          </a:p>
          <a:p>
            <a:r>
              <a:t>- Histórico de entregas</a:t>
            </a:r>
          </a:p>
          <a:p>
            <a:r>
              <a:t>- Registro de problemas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Painel da Secretaria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Entregas em tempo real</a:t>
            </a:r>
          </a:p>
          <a:p>
            <a:r>
              <a:t>- Indicadores de desempenho</a:t>
            </a:r>
          </a:p>
          <a:p>
            <a:r>
              <a:t>- Mapa de distribuição</a:t>
            </a:r>
          </a:p>
          <a:p>
            <a:r>
              <a:t>- Ocorrências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Tecnologias sugeridas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Power Apps ou AppSheet</a:t>
            </a:r>
          </a:p>
          <a:p>
            <a:r>
              <a:t>- Power BI ou Looker Studio</a:t>
            </a:r>
          </a:p>
          <a:p>
            <a:r>
              <a:t>- Google Workspace ou Microsoft 365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Redução de erros</a:t>
            </a:r>
          </a:p>
          <a:p>
            <a:r>
              <a:t>- Mais transparência</a:t>
            </a:r>
          </a:p>
          <a:p>
            <a:r>
              <a:t>- Rastreabilidade total</a:t>
            </a:r>
          </a:p>
          <a:p>
            <a:r>
              <a:t>- Agilidade operacional</a:t>
            </a:r>
          </a:p>
          <a:p>
            <a:r>
              <a:t>- Melhor gestão pública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Cronograma de implantação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Fase 1: Diagnóstico</a:t>
            </a:r>
          </a:p>
          <a:p>
            <a:r>
              <a:t>Fase 2: MVP</a:t>
            </a:r>
          </a:p>
          <a:p>
            <a:r>
              <a:t>Fase 3: Automação</a:t>
            </a:r>
          </a:p>
          <a:p>
            <a:r>
              <a:t>Fase 4: Painéis</a:t>
            </a:r>
          </a:p>
          <a:p>
            <a:r>
              <a:t>Fase 5: Expansão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SIGAE moderniza a logística da alimentação escolar,</a:t>
            </a:r>
          </a:p>
          <a:p>
            <a:r>
              <a:t>garantindo eficiência, controle e transparência para a gestão pública.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